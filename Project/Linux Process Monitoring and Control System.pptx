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206240" cy="4206240"/>
          </a:xfrm>
          <a:prstGeom prst="ellipse">
            <a:avLst/>
          </a:prstGeom>
          <a:solidFill>
            <a:srgbClr val="2E507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0B4D8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•  SYSTEM PROGRAMMING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Process Monitoring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Control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C application that unifies Linux process monitoring and basic process control into one practical, learner-friendly tool.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10058400" cy="1508760"/>
          </a:xfrm>
          <a:prstGeom prst="roundRect">
            <a:avLst>
              <a:gd name="adj" fmla="val 4848"/>
            </a:avLst>
          </a:prstGeom>
          <a:solidFill>
            <a:srgbClr val="2E5077">
              <a:alpha val="75000"/>
            </a:srgbClr>
          </a:solidFill>
          <a:ln w="12700">
            <a:solidFill>
              <a:srgbClr val="2E50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84632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No. 22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Section 07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2520030486 — M. Mohana Asmitha  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2520030118 — G. Laasya  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2520030130 — Ch. Nohitha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545336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Multi-process by design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a multi-process operating system, so many processes execute concurrently, competing for CPU time, memory and I/O resources at any given moment.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478024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monitoring matters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monitoring lets a user see which processes are running, how they behave, and retrieve details such as PID, state and resource usage.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410712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control matters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 is used whenever a running process needs to be paused, resumed, or otherwise managed without terminating the whole system.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343400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brings monitoring and control together into a single menu-driven C application, removing the need to juggle separate Linux commands.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33095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5276088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relevance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bridges Operating Systems theory with hands-on Linux system programming, turning textbook concepts like PIDs and signals into working code.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&amp;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636776"/>
            <a:ext cx="4681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a Linux-based system for monitoring and controlling running processes from one unified application.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871216"/>
            <a:ext cx="4681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normally spreads process operations across many separate commands; this project consolidates them into a single menu-driven interface.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4105656"/>
            <a:ext cx="4681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C programming on Ubuntu/Linux, using standard POSIX process-management facilities.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18288" cy="4572000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59752" y="1636776"/>
            <a:ext cx="44074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demonstrated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IDs, process states, Linux signals, system calls, and process-related information retrieval.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37960" y="30632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59752" y="3008376"/>
            <a:ext cx="44074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practical application that supports real process monitoring and basic process control for learning purposes.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37960" y="470916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10243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84632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menu, many operations — a practical demonstration of how OS theory becomes working Linux system code.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545336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tooling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provides separate utilities and mechanisms for different process-related tasks, each with its own syntax and behaviour.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478024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 may need to learn several different commands or mechanisms just to list, inspect, monitor and control processes.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410712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 centralized interface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addresses this by offering one simple, centralized interface for the process operations most commonly required.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343400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OS problem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management, identification, state tracking and control are core Operating Systems concepts, not just command-line trivia.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33095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5276088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stays honest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does not replace Linux's native process facilities; it demonstrates and combines basic operations through one guided application.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636776"/>
            <a:ext cx="10259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unified menu-driven application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selects one operation from a single menu instead of handling every task through a separate command, reducing complexity for beginners.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779776"/>
            <a:ext cx="10259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listing, searching, monitoring and detail views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operations work together to help the user identify a process and understand exactly what it is doing.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922776"/>
            <a:ext cx="10259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basic process control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is identified by its PID; Linux signals are then used to stop or continue it in a controlled, predictable way.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5065776"/>
            <a:ext cx="10259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core OS / System Programming concepts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PIDs, process states, signals and Linux system calls are shown in action, connecting classroom theory to working code.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545336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Linux capability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already provides mature commands and system mechanisms for process management, refined over decades of development.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478024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interfaces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operations often require different commands or interfaces, each with its own flags, syntax and output format.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410712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prior knowledge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must already understand the correct command or mechanism and the target process identifier before acting.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343400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centralized for beginners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academic, beginner-oriented project, this fragmentation can make the overall workflow harder to follow and teach.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33095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5276088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starting point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those same Linux capabilities as the foundation for a single, guided, menu-driven demonstration.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545336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C-based, menu-driven application designed to run on Ubuntu/Linux using standard system libraries.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478024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interface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one central interface for both process monitoring and basic process control, replacing several separate commands.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410712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selects an operation, the application interacts with Linux process information and mechanisms, and the result is displayed clearly.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343400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of concerns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functions retrieve and present process information; control functions apply Linux process-control mechanisms such as signals.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33095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5276088"/>
            <a:ext cx="10259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learners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design favours simplicity, aimed at users who are actively learning Operating Systems and System Programming.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STRUCTURED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0" y="1600200"/>
            <a:ext cx="3200400" cy="658368"/>
          </a:xfrm>
          <a:prstGeom prst="roundRect">
            <a:avLst>
              <a:gd name="adj" fmla="val 8333"/>
            </a:avLst>
          </a:prstGeom>
          <a:solidFill>
            <a:srgbClr val="10243E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60020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
</a:t>
            </a:r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an operation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2286000"/>
            <a:ext cx="292608" cy="256032"/>
          </a:xfrm>
          <a:prstGeom prst="downArrow">
            <a:avLst/>
          </a:prstGeom>
          <a:solidFill>
            <a:srgbClr val="2E5077"/>
          </a:solidFill>
          <a:ln/>
        </p:spPr>
      </p:sp>
      <p:sp>
        <p:nvSpPr>
          <p:cNvPr id="7" name="Shape 5"/>
          <p:cNvSpPr/>
          <p:nvPr/>
        </p:nvSpPr>
        <p:spPr>
          <a:xfrm>
            <a:off x="4480560" y="2560320"/>
            <a:ext cx="3200400" cy="658368"/>
          </a:xfrm>
          <a:prstGeom prst="roundRect">
            <a:avLst>
              <a:gd name="adj" fmla="val 8333"/>
            </a:avLst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5603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
</a:t>
            </a:r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menu-driven controller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3246120"/>
            <a:ext cx="292608" cy="256032"/>
          </a:xfrm>
          <a:prstGeom prst="downArrow">
            <a:avLst/>
          </a:prstGeom>
          <a:solidFill>
            <a:srgbClr val="2E5077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352044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35204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MONITORING
</a:t>
            </a:r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search, inspect &amp; watch processes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352044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5204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
</a:t>
            </a:r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&amp; continue via signals (PID-based)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4297680"/>
            <a:ext cx="0" cy="320040"/>
          </a:xfrm>
          <a:prstGeom prst="line">
            <a:avLst/>
          </a:prstGeom>
          <a:noFill/>
          <a:ln w="19050">
            <a:solidFill>
              <a:srgbClr val="2E50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4297680"/>
            <a:ext cx="0" cy="320040"/>
          </a:xfrm>
          <a:prstGeom prst="line">
            <a:avLst/>
          </a:prstGeom>
          <a:noFill/>
          <a:ln w="19050">
            <a:solidFill>
              <a:srgbClr val="2E50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4526280"/>
            <a:ext cx="292608" cy="256032"/>
          </a:xfrm>
          <a:prstGeom prst="downArrow">
            <a:avLst/>
          </a:prstGeom>
          <a:solidFill>
            <a:srgbClr val="2E5077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4526280"/>
            <a:ext cx="292608" cy="256032"/>
          </a:xfrm>
          <a:prstGeom prst="downArrow">
            <a:avLst/>
          </a:prstGeom>
          <a:solidFill>
            <a:srgbClr val="2E5077"/>
          </a:solidFill>
          <a:ln/>
        </p:spPr>
      </p:sp>
      <p:sp>
        <p:nvSpPr>
          <p:cNvPr id="18" name="Shape 16"/>
          <p:cNvSpPr/>
          <p:nvPr/>
        </p:nvSpPr>
        <p:spPr>
          <a:xfrm>
            <a:off x="1737360" y="484632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48463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OS / PROCESS MECHANISMS
</a:t>
            </a:r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PIDs · process states · signals · system calls · /proc filesystem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5577840"/>
            <a:ext cx="292608" cy="256032"/>
          </a:xfrm>
          <a:prstGeom prst="downArrow">
            <a:avLst/>
          </a:prstGeom>
          <a:solidFill>
            <a:srgbClr val="2E5077"/>
          </a:solidFill>
          <a:ln/>
        </p:spPr>
      </p:sp>
      <p:sp>
        <p:nvSpPr>
          <p:cNvPr id="21" name="Shape 19"/>
          <p:cNvSpPr/>
          <p:nvPr/>
        </p:nvSpPr>
        <p:spPr>
          <a:xfrm>
            <a:off x="3108960" y="5806440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580644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INFORMATION / OUTPUT
</a:t>
            </a:r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displayed back to the user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3086100"/>
            <a:ext cx="1371600" cy="0"/>
          </a:xfrm>
          <a:prstGeom prst="line">
            <a:avLst/>
          </a:prstGeom>
          <a:noFill/>
          <a:ln w="19050">
            <a:solidFill>
              <a:srgbClr val="C4CED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28600" y="34564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3950208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launches and initializes.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28346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3086100"/>
            <a:ext cx="1371600" cy="0"/>
          </a:xfrm>
          <a:prstGeom prst="line">
            <a:avLst/>
          </a:prstGeom>
          <a:noFill/>
          <a:ln w="19050">
            <a:solidFill>
              <a:srgbClr val="C4CED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103120" y="34564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MAIN MENU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950208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available operations are listed for the user.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28346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6100"/>
            <a:ext cx="1371600" cy="0"/>
          </a:xfrm>
          <a:prstGeom prst="line">
            <a:avLst/>
          </a:prstGeom>
          <a:noFill/>
          <a:ln w="19050">
            <a:solidFill>
              <a:srgbClr val="C4CED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977640" y="34564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 CHOICE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7640" y="3950208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the desired operation by number.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8346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3086100"/>
            <a:ext cx="1371600" cy="0"/>
          </a:xfrm>
          <a:prstGeom prst="line">
            <a:avLst/>
          </a:prstGeom>
          <a:noFill/>
          <a:ln w="19050">
            <a:solidFill>
              <a:srgbClr val="C4CEDC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852160" y="34564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SELECTED OPERATION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3950208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calls the matching Linux mechanism (system call or /proc read).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28346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41080" y="3086100"/>
            <a:ext cx="1371600" cy="0"/>
          </a:xfrm>
          <a:prstGeom prst="line">
            <a:avLst/>
          </a:prstGeom>
          <a:noFill/>
          <a:ln w="19050">
            <a:solidFill>
              <a:srgbClr val="C4CED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726680" y="34564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26680" y="3950208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formatted and shown clearly in the terminal.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12680" y="283464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30" name="Text 28"/>
          <p:cNvSpPr/>
          <p:nvPr/>
        </p:nvSpPr>
        <p:spPr>
          <a:xfrm>
            <a:off x="100126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0" y="34564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MENU / EXIT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0" y="3950208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loops back to the menu or exits the application.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0243E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155448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runs as a continuous loop: every operation returns the user to the main menu, so monitoring and control tasks can be repeated in any order until the user chooses to exit.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APPLICATION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Functionalities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591056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processes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live view of all active processes on the system for quick situational awareness.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670048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process details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detailed information related to a specific selected process, such as its identifiers and state.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80390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749040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 process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follows information for a selected process over time so changes can be observed.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88289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828032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process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the user quickly locate a required process by name or identifier instead of scanning a full list.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18288" cy="4480560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16459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59752" y="1591056"/>
            <a:ext cx="4407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continue a process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basic process control using Linux signals, pausing and resuming execution on demand.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37960" y="272491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59752" y="2670048"/>
            <a:ext cx="4407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&amp; memory information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resource-related process and system information wherever this is implemented.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37960" y="380390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59752" y="3749040"/>
            <a:ext cx="4407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action logging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activity and records important operations performed during a session.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37960" y="497433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full menu contains 14 options — the remaining items should match exactly what is implemented in the final source code.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BEHIND THE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 Concepts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591056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overarching discipline of handling and monitoring executing processes throughout their lifecycle.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670048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 (PID)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identifier used to refer to a particular process for both monitoring and control.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80390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749040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States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current status of a process — e.g. running, stopped or sleeping — at any given moment.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88289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828032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mechanisms used to request actions from processes, such as pausing or resuming execution.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18288" cy="4480560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16459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59752" y="1591056"/>
            <a:ext cx="4407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/ POSIX APIs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through which programs interact directly with services provided by the operating system.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37960" y="272491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59752" y="2670048"/>
            <a:ext cx="4407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&amp; Memory Monitoring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resource-related information to understand how a process is using system resources.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37960" y="380390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59752" y="3749040"/>
            <a:ext cx="4407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filesystem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 virtual filesystem that exposes process and system information in a readable, structured form.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APIs &amp; System Calls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8896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562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getpid()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313432"/>
            <a:ext cx="29718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Obtains the process ID (PID) of the currently running process.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8896A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8562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getppid()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2313432"/>
            <a:ext cx="29718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4231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Obtains the PID of the parent process that created the current one.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8896A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185623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kill()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83880" y="2313432"/>
            <a:ext cx="29718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4231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signal to a process identified by its PID — despite the name, it is used for more than termination.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8896A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77647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SIGSTOP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4233672"/>
            <a:ext cx="29718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3434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that requests a running process be paused immediately.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61188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8896A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377647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SIGCONT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26280" y="4233672"/>
            <a:ext cx="29718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3434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that requests a previously stopped process resume execution.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361188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8896A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83880" y="377647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83880" y="4233672"/>
            <a:ext cx="29718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43434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filesystem that provides rich process and system information in Linux.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mechanisms connect the C program directly with Linux's native process-management facilities.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IT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1024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and testing platform for the entire application.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64992" y="16916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3547872" y="182880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language chosen for reliable, system-level functionality.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9904" y="16916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10243E"/>
          </a:solidFill>
          <a:ln/>
        </p:spPr>
      </p:sp>
      <p:sp>
        <p:nvSpPr>
          <p:cNvPr id="9" name="Text 7"/>
          <p:cNvSpPr/>
          <p:nvPr/>
        </p:nvSpPr>
        <p:spPr>
          <a:xfrm>
            <a:off x="6272784" y="182880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used to build and link the C source code into an executable.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14816" y="16916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8997696" y="182880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Terminal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compilation, execution and live demonstration of the application.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10243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7472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source-code editing environment used throughout development.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64992" y="333756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3547872" y="347472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POSIX APIs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direct interaction with OS-level process mechanisms.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9904" y="333756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10243E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347472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project's source-code repository for version control and collaboration.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CODEBASE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591056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Module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the user's operation choice and routes it to the correct function.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670048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Information Module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Obtains and displays process-related details such as PID and state.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80390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749040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Module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monitors a selected process for ongoing observation.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88289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828032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Module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locate a required process quickly by name or identifier.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18288" cy="4480560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16459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59752" y="1591056"/>
            <a:ext cx="4407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/ Statistics Module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implemented CPU, memory and usage statistics information.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37960" y="272491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59752" y="2670048"/>
            <a:ext cx="4407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 Module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stop / continue operations using Linux signal mechanisms.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37960" y="380390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59752" y="3749040"/>
            <a:ext cx="4407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Module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important actions performed during a session, where implemented.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8896A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25980" y="224028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6" name="Text 4"/>
          <p:cNvSpPr/>
          <p:nvPr/>
        </p:nvSpPr>
        <p:spPr>
          <a:xfrm>
            <a:off x="212598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611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monitoring and process information module — listing, details and search functionality.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8896A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29300" y="2240280"/>
            <a:ext cx="822960" cy="822960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582930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611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 and signal-handling module — stopping and continuing processes via PIDs.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8896A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32620" y="224028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6" name="Text 14"/>
          <p:cNvSpPr/>
          <p:nvPr/>
        </p:nvSpPr>
        <p:spPr>
          <a:xfrm>
            <a:off x="953262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12480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3611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monitoring, testing and documentation — CPU/memory stats and overall quality assurance.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actual roll numbers and names before final submission.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591056"/>
            <a:ext cx="10259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application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Linux-based process monitoring and control application, tested on Ubuntu.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459736"/>
            <a:ext cx="10259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interface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interface covering the commonly required process operations in one place.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328416"/>
            <a:ext cx="10259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monitoring features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listing, searching, detail viewing and monitoring, exactly as implemented.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197096"/>
            <a:ext cx="10259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control features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basic process control using native Linux mechanisms such as signals.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5065776"/>
            <a:ext cx="10259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insight &amp; logging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and statistics information plus action logging, wherever implemented.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9893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5934456"/>
            <a:ext cx="10259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demonstration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demonstration connecting Operating Systems theory to real System Programming practice.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COULD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636776"/>
            <a:ext cx="10259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GUI layer while keeping the same underlying process-management logic intact.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688336"/>
            <a:ext cx="10259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resource monitoring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resource monitoring with performance visualization such as live graphs.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739896"/>
            <a:ext cx="10259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Condition-based alerts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alerts for selected process conditions, such as high CPU or memory usage.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791456"/>
            <a:ext cx="10259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historical process information over time to support later analysis.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8978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5843016"/>
            <a:ext cx="102595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feature set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system with additional process-management features as needs grow.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206240"/>
            <a:ext cx="4023360" cy="4023360"/>
          </a:xfrm>
          <a:prstGeom prst="ellipse">
            <a:avLst/>
          </a:prstGeom>
          <a:solidFill>
            <a:srgbClr val="2E507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474720" cy="3474720"/>
          </a:xfrm>
          <a:prstGeom prst="ellipse">
            <a:avLst/>
          </a:prstGeom>
          <a:solidFill>
            <a:srgbClr val="00B4D8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8016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and attention — questions and feedback are welcome.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Monitoring and Control System   |   Team 22   |   Section 07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2026-09-27T15:35:49Z</dcterms:created>
  <dcterms:modified xsi:type="dcterms:W3CDTF">2026-09-27T15:35:49Z</dcterms:modified>
</cp:coreProperties>
</file>